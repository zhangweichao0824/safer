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1E77B5"/>
    <a:srgbClr val="E6F3FD"/>
    <a:srgbClr val="B77A3A"/>
    <a:srgbClr val="ECF6FD"/>
    <a:srgbClr val="4F7B98"/>
    <a:srgbClr val="FFF8F0"/>
    <a:srgbClr val="F6F4FD"/>
    <a:srgbClr val="6E6E96"/>
    <a:srgbClr val="785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837"/>
    <p:restoredTop sz="94913"/>
  </p:normalViewPr>
  <p:slideViewPr>
    <p:cSldViewPr snapToGrid="0">
      <p:cViewPr>
        <p:scale>
          <a:sx n="63" d="100"/>
          <a:sy n="63" d="100"/>
        </p:scale>
        <p:origin x="72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90694-A4D3-2342-B21F-7F0ED2E6D392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1B7AE-1C2D-3142-8674-ACF334269D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461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A23B9-B23C-2D19-D5E4-5A51B9810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CFC68-E74F-74E3-206B-EAA2D4129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78127-229A-F47E-A3A5-D35D5ECD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399EF-1477-0992-3D0E-73E1D32D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E10FF-00DD-D9D4-2C50-14CFF107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509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D3930-289B-C67B-0E95-9B5C5D68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E7B6C-DD00-4B1A-1EA0-DB4AB5DE9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3317EB-504E-C8DC-6A60-2E7F4615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0DC436-8283-B619-A1AA-0DAFBD80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762BF-BEB3-5765-5F48-CE7A5C6A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60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08126-1974-D664-7A83-7BEB1775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98F8AE-B4AB-921F-6F5E-34FA9FA1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9D5DE9-BBA4-06A5-628D-8AC3C3AB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26945A-AEE2-447C-4B48-985300D1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A91A02-3030-3251-6FC7-78B0332C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541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96363-627B-E21D-8C2A-836BA79D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FC477-A285-5074-54ED-ED78FCD07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D6D903-F02B-4EB6-5777-F5EBB94C7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D1203D-4E9E-E98E-7006-E14ABDE1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C06ABA-A640-9413-D515-DD5A9114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E061F6-710C-FDC5-99F8-311036AF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311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97474-6ABE-8A27-2B62-5AAF5D101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4D02B8-5436-B9B4-2AF5-42CAD9C7E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70E059-EF75-C5F1-768C-1154AEB8C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3F2B0A-2FB6-876F-C1FF-D567762D4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12A157-34A7-CF9B-320E-FAAA06FFC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CA85D2-8450-290D-6A1B-4842DD19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F4F4CD-CAC6-044A-16FC-EDEE67A1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EED2DE-8132-D319-2B99-8CDE9B09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107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33131-FF92-B85C-A0E4-BCA597E3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AC78AC-AA6E-2C40-45A0-EAEB00EC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345BB9-E92C-4534-2F96-3A791254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7A9DAA-1D36-1E5F-5F47-3DD7B691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487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E508E9-F8D8-FA2A-D66E-A3CE1AB1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FDBD59-8853-91F2-2CA5-F56126B4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B087A5-A8A2-6E81-0A09-ACA6F772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646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11C9D-785F-2C54-DD83-EB7AD959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88021-8A72-8836-686D-BB22FB57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33B132-4393-6ACB-C7E6-99D0114B9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FAC140-FF63-E38B-6839-3489EE19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0B841-D27C-1D36-EF0C-39E2EC92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CF42CA-6265-E60A-A2A3-FF1E4B65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39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24B45-845F-BBCA-2E1C-B291023F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F8EAD0-5D62-B5E0-BA6E-0EBA2D714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B016B0-5D1C-46F8-389E-ECB39C1CD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EC96B-CC18-1CE6-A73A-E6381AF3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FFBCD1-602F-1142-BAC6-D6951643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E706B6-ABFD-E777-CC21-4B7B2EA9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601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0CF5F-32D7-1928-A091-CE55D24D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1EE382-72F8-FF25-056F-26A330501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6F677-43B3-07E6-9B7E-D8D3C3BD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40FB8-D4C9-B4F0-75E6-404D3AE8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41569-7AA5-9B2D-5F2D-E774CC54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259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5BA14C-57D1-413B-871A-FE0604BEB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3D5BB-EC66-780D-C50C-01CC79C71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EFBF7-9DCC-F4FC-E4D1-C53164D7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017B6-4656-63CA-D503-76D3412D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3A2B59-9BB9-2B76-913B-308953A7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56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7BB46D-64C9-2313-5DB2-645B9DAC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A439A1-7972-3E0D-774D-254D2FAC1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445956-C937-FC90-DB9B-A5C258CF4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67915-994E-D849-8808-DBAFA2C920A8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A11AD-39D3-141C-277D-B6526949B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8CD61-ED48-08E4-6AB9-AEB230C99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3E691-57B6-B34F-98EA-AFCECD79FB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473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92709CA2-C83D-F118-3885-EB4EFB6D3825}"/>
              </a:ext>
            </a:extLst>
          </p:cNvPr>
          <p:cNvSpPr/>
          <p:nvPr/>
        </p:nvSpPr>
        <p:spPr>
          <a:xfrm>
            <a:off x="756421" y="318052"/>
            <a:ext cx="8550911" cy="3260036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3EB556A-4707-DDBB-5EE8-0A1CFF951041}"/>
              </a:ext>
            </a:extLst>
          </p:cNvPr>
          <p:cNvSpPr/>
          <p:nvPr/>
        </p:nvSpPr>
        <p:spPr>
          <a:xfrm>
            <a:off x="9421845" y="318052"/>
            <a:ext cx="2579847" cy="3316008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B8E783F-84BA-E397-041C-07DB5129719E}"/>
              </a:ext>
            </a:extLst>
          </p:cNvPr>
          <p:cNvSpPr/>
          <p:nvPr/>
        </p:nvSpPr>
        <p:spPr>
          <a:xfrm>
            <a:off x="756420" y="3725390"/>
            <a:ext cx="11245272" cy="255483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9CF84D-C6B8-B820-4C5C-18A62EC397C1}"/>
              </a:ext>
            </a:extLst>
          </p:cNvPr>
          <p:cNvSpPr txBox="1"/>
          <p:nvPr/>
        </p:nvSpPr>
        <p:spPr>
          <a:xfrm>
            <a:off x="1019321" y="357752"/>
            <a:ext cx="808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C0E37AE-AA93-C897-2A8D-7BB20A4289B8}"/>
              </a:ext>
            </a:extLst>
          </p:cNvPr>
          <p:cNvGrpSpPr/>
          <p:nvPr/>
        </p:nvGrpSpPr>
        <p:grpSpPr>
          <a:xfrm>
            <a:off x="995085" y="777837"/>
            <a:ext cx="1096164" cy="875937"/>
            <a:chOff x="995085" y="777837"/>
            <a:chExt cx="1096164" cy="875937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BD988616-9481-E210-A347-919A08448E39}"/>
                </a:ext>
              </a:extLst>
            </p:cNvPr>
            <p:cNvSpPr/>
            <p:nvPr/>
          </p:nvSpPr>
          <p:spPr>
            <a:xfrm>
              <a:off x="995085" y="777837"/>
              <a:ext cx="1096164" cy="875937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9AEC6B0-EB32-5763-761A-8915A7E0C9C6}"/>
                </a:ext>
              </a:extLst>
            </p:cNvPr>
            <p:cNvSpPr txBox="1"/>
            <p:nvPr/>
          </p:nvSpPr>
          <p:spPr>
            <a:xfrm>
              <a:off x="1142353" y="816994"/>
              <a:ext cx="8723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Subgraph</a:t>
              </a:r>
              <a:endPara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412A907-89C5-BF25-CA12-61D5EEF34888}"/>
                </a:ext>
              </a:extLst>
            </p:cNvPr>
            <p:cNvGrpSpPr/>
            <p:nvPr/>
          </p:nvGrpSpPr>
          <p:grpSpPr>
            <a:xfrm>
              <a:off x="1329978" y="1140672"/>
              <a:ext cx="507919" cy="465558"/>
              <a:chOff x="9342549" y="366571"/>
              <a:chExt cx="1069517" cy="980319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A95C0D6-A9CC-6AD4-9BE8-EF07EDE2091E}"/>
                  </a:ext>
                </a:extLst>
              </p:cNvPr>
              <p:cNvSpPr/>
              <p:nvPr/>
            </p:nvSpPr>
            <p:spPr>
              <a:xfrm rot="20223710">
                <a:off x="9584929" y="366571"/>
                <a:ext cx="243322" cy="24332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D7C87439-72F4-A46E-BA81-4F1824140837}"/>
                  </a:ext>
                </a:extLst>
              </p:cNvPr>
              <p:cNvSpPr/>
              <p:nvPr/>
            </p:nvSpPr>
            <p:spPr>
              <a:xfrm rot="21143047">
                <a:off x="9715421" y="1103568"/>
                <a:ext cx="243322" cy="24332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5ED99541-025C-238F-91D5-DF8EC27FBBED}"/>
                  </a:ext>
                </a:extLst>
              </p:cNvPr>
              <p:cNvSpPr/>
              <p:nvPr/>
            </p:nvSpPr>
            <p:spPr>
              <a:xfrm rot="1691375">
                <a:off x="10168744" y="603542"/>
                <a:ext cx="243322" cy="24332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0C355D2E-FBB2-69F2-68F1-E09B2959F78F}"/>
                  </a:ext>
                </a:extLst>
              </p:cNvPr>
              <p:cNvSpPr/>
              <p:nvPr/>
            </p:nvSpPr>
            <p:spPr>
              <a:xfrm rot="1695583">
                <a:off x="9342549" y="853757"/>
                <a:ext cx="243322" cy="24332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D3E7F85C-BFDC-C9E4-E107-BCD2214E9F87}"/>
                  </a:ext>
                </a:extLst>
              </p:cNvPr>
              <p:cNvCxnSpPr>
                <a:cxnSpLocks/>
                <a:stCxn id="12" idx="3"/>
                <a:endCxn id="15" idx="0"/>
              </p:cNvCxnSpPr>
              <p:nvPr/>
            </p:nvCxnSpPr>
            <p:spPr>
              <a:xfrm flipH="1">
                <a:off x="9521813" y="600985"/>
                <a:ext cx="139081" cy="26727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线连接符 16">
                <a:extLst>
                  <a:ext uri="{FF2B5EF4-FFF2-40B4-BE49-F238E27FC236}">
                    <a16:creationId xmlns:a16="http://schemas.microsoft.com/office/drawing/2014/main" id="{B55A5626-6D8B-F5BE-66DA-8D2358A1ABEA}"/>
                  </a:ext>
                </a:extLst>
              </p:cNvPr>
              <p:cNvCxnSpPr>
                <a:cxnSpLocks/>
                <a:stCxn id="12" idx="5"/>
                <a:endCxn id="14" idx="2"/>
              </p:cNvCxnSpPr>
              <p:nvPr/>
            </p:nvCxnSpPr>
            <p:spPr>
              <a:xfrm>
                <a:off x="9819344" y="533928"/>
                <a:ext cx="363830" cy="13380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线连接符 17">
                <a:extLst>
                  <a:ext uri="{FF2B5EF4-FFF2-40B4-BE49-F238E27FC236}">
                    <a16:creationId xmlns:a16="http://schemas.microsoft.com/office/drawing/2014/main" id="{5BCDA152-E78B-8404-9AD7-B1EF8F9B6567}"/>
                  </a:ext>
                </a:extLst>
              </p:cNvPr>
              <p:cNvCxnSpPr>
                <a:cxnSpLocks/>
                <a:stCxn id="12" idx="4"/>
                <a:endCxn id="13" idx="0"/>
              </p:cNvCxnSpPr>
              <p:nvPr/>
            </p:nvCxnSpPr>
            <p:spPr>
              <a:xfrm>
                <a:off x="9754006" y="600272"/>
                <a:ext cx="66952" cy="5043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线连接符 18">
                <a:extLst>
                  <a:ext uri="{FF2B5EF4-FFF2-40B4-BE49-F238E27FC236}">
                    <a16:creationId xmlns:a16="http://schemas.microsoft.com/office/drawing/2014/main" id="{89E693BB-0498-5BFF-7754-22E48E944568}"/>
                  </a:ext>
                </a:extLst>
              </p:cNvPr>
              <p:cNvCxnSpPr>
                <a:cxnSpLocks/>
                <a:stCxn id="15" idx="6"/>
                <a:endCxn id="13" idx="1"/>
              </p:cNvCxnSpPr>
              <p:nvPr/>
            </p:nvCxnSpPr>
            <p:spPr>
              <a:xfrm>
                <a:off x="9571370" y="1033021"/>
                <a:ext cx="169043" cy="11834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4FA9391-E714-0630-3636-1F54C18389EA}"/>
              </a:ext>
            </a:extLst>
          </p:cNvPr>
          <p:cNvGrpSpPr/>
          <p:nvPr/>
        </p:nvGrpSpPr>
        <p:grpSpPr>
          <a:xfrm>
            <a:off x="983575" y="1747388"/>
            <a:ext cx="1096164" cy="551225"/>
            <a:chOff x="983575" y="1747388"/>
            <a:chExt cx="1096164" cy="551225"/>
          </a:xfrm>
        </p:grpSpPr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0AE2BBF7-9872-3C67-91AA-A47019902A90}"/>
                </a:ext>
              </a:extLst>
            </p:cNvPr>
            <p:cNvSpPr/>
            <p:nvPr/>
          </p:nvSpPr>
          <p:spPr>
            <a:xfrm>
              <a:off x="983575" y="1747388"/>
              <a:ext cx="1096164" cy="551225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DE4A19C-4080-CAF4-BE38-7DCD120C6B4D}"/>
                </a:ext>
              </a:extLst>
            </p:cNvPr>
            <p:cNvSpPr txBox="1"/>
            <p:nvPr/>
          </p:nvSpPr>
          <p:spPr>
            <a:xfrm>
              <a:off x="1152018" y="1850515"/>
              <a:ext cx="7896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Features</a:t>
              </a:r>
              <a:r>
                <a: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B1E6006-CE53-E642-151F-1D9F101D9F2D}"/>
              </a:ext>
            </a:extLst>
          </p:cNvPr>
          <p:cNvGrpSpPr/>
          <p:nvPr/>
        </p:nvGrpSpPr>
        <p:grpSpPr>
          <a:xfrm>
            <a:off x="995085" y="2385423"/>
            <a:ext cx="1096164" cy="894490"/>
            <a:chOff x="995085" y="2385423"/>
            <a:chExt cx="1096164" cy="894490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14A22ABC-9BD2-9CC8-1EFC-771264E5A565}"/>
                </a:ext>
              </a:extLst>
            </p:cNvPr>
            <p:cNvSpPr/>
            <p:nvPr/>
          </p:nvSpPr>
          <p:spPr>
            <a:xfrm>
              <a:off x="995085" y="2385423"/>
              <a:ext cx="1096164" cy="89449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3DC270D-9C38-9316-C8A5-BDA42E1C6BC9}"/>
                </a:ext>
              </a:extLst>
            </p:cNvPr>
            <p:cNvSpPr txBox="1"/>
            <p:nvPr/>
          </p:nvSpPr>
          <p:spPr>
            <a:xfrm>
              <a:off x="1271500" y="2425127"/>
              <a:ext cx="6639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Labels</a:t>
              </a:r>
              <a:endPara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24FCCDB-E19D-3C6D-8026-DC2B25617CC8}"/>
                </a:ext>
              </a:extLst>
            </p:cNvPr>
            <p:cNvGrpSpPr/>
            <p:nvPr/>
          </p:nvGrpSpPr>
          <p:grpSpPr>
            <a:xfrm>
              <a:off x="1322189" y="2755478"/>
              <a:ext cx="530387" cy="486152"/>
              <a:chOff x="8070784" y="1616690"/>
              <a:chExt cx="1054621" cy="966665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1E0BC7E7-7225-E79A-93F2-3A1F9EBC5731}"/>
                  </a:ext>
                </a:extLst>
              </p:cNvPr>
              <p:cNvSpPr/>
              <p:nvPr/>
            </p:nvSpPr>
            <p:spPr>
              <a:xfrm rot="20223710">
                <a:off x="8309789" y="1616690"/>
                <a:ext cx="239933" cy="239933"/>
              </a:xfrm>
              <a:prstGeom prst="ellipse">
                <a:avLst/>
              </a:prstGeom>
              <a:solidFill>
                <a:srgbClr val="A4D76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EA188EE-6F48-A8CD-A257-377E9203DCB1}"/>
                  </a:ext>
                </a:extLst>
              </p:cNvPr>
              <p:cNvSpPr/>
              <p:nvPr/>
            </p:nvSpPr>
            <p:spPr>
              <a:xfrm rot="21143047">
                <a:off x="8438463" y="2343422"/>
                <a:ext cx="239933" cy="239933"/>
              </a:xfrm>
              <a:prstGeom prst="ellipse">
                <a:avLst/>
              </a:prstGeom>
              <a:solidFill>
                <a:srgbClr val="A4D76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DB784895-7131-E1AC-0448-39B750F40D6F}"/>
                  </a:ext>
                </a:extLst>
              </p:cNvPr>
              <p:cNvSpPr/>
              <p:nvPr/>
            </p:nvSpPr>
            <p:spPr>
              <a:xfrm rot="1691375">
                <a:off x="8885472" y="1850361"/>
                <a:ext cx="239933" cy="239933"/>
              </a:xfrm>
              <a:prstGeom prst="ellipse">
                <a:avLst/>
              </a:prstGeom>
              <a:solidFill>
                <a:srgbClr val="FAA5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D449E25-5D58-71C5-3D8C-F637713464FA}"/>
                  </a:ext>
                </a:extLst>
              </p:cNvPr>
              <p:cNvSpPr/>
              <p:nvPr/>
            </p:nvSpPr>
            <p:spPr>
              <a:xfrm rot="1695583">
                <a:off x="8070784" y="2097091"/>
                <a:ext cx="239933" cy="239933"/>
              </a:xfrm>
              <a:prstGeom prst="ellipse">
                <a:avLst/>
              </a:prstGeom>
              <a:solidFill>
                <a:srgbClr val="A4D76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1" name="直线连接符 30">
                <a:extLst>
                  <a:ext uri="{FF2B5EF4-FFF2-40B4-BE49-F238E27FC236}">
                    <a16:creationId xmlns:a16="http://schemas.microsoft.com/office/drawing/2014/main" id="{5D425F6F-BBBD-FBF7-B439-08DE87029977}"/>
                  </a:ext>
                </a:extLst>
              </p:cNvPr>
              <p:cNvCxnSpPr>
                <a:cxnSpLocks/>
                <a:stCxn id="27" idx="3"/>
                <a:endCxn id="30" idx="0"/>
              </p:cNvCxnSpPr>
              <p:nvPr/>
            </p:nvCxnSpPr>
            <p:spPr>
              <a:xfrm flipH="1">
                <a:off x="8247551" y="1847839"/>
                <a:ext cx="137144" cy="2635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754FCC41-B8FE-B77F-6DE1-D66CFA6EFB39}"/>
                  </a:ext>
                </a:extLst>
              </p:cNvPr>
              <p:cNvCxnSpPr>
                <a:cxnSpLocks/>
                <a:stCxn id="27" idx="5"/>
                <a:endCxn id="29" idx="2"/>
              </p:cNvCxnSpPr>
              <p:nvPr/>
            </p:nvCxnSpPr>
            <p:spPr>
              <a:xfrm>
                <a:off x="8540938" y="1781717"/>
                <a:ext cx="358763" cy="1319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E1EA557-8008-76DD-C32F-B435217A1C19}"/>
                  </a:ext>
                </a:extLst>
              </p:cNvPr>
              <p:cNvCxnSpPr>
                <a:cxnSpLocks/>
                <a:stCxn id="27" idx="4"/>
                <a:endCxn id="28" idx="0"/>
              </p:cNvCxnSpPr>
              <p:nvPr/>
            </p:nvCxnSpPr>
            <p:spPr>
              <a:xfrm>
                <a:off x="8476511" y="1847137"/>
                <a:ext cx="66019" cy="4973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8FA8BE69-5D16-B2E3-DBC7-A0DCD3E8352F}"/>
                  </a:ext>
                </a:extLst>
              </p:cNvPr>
              <p:cNvCxnSpPr>
                <a:cxnSpLocks/>
                <a:stCxn id="28" idx="1"/>
                <a:endCxn id="30" idx="6"/>
              </p:cNvCxnSpPr>
              <p:nvPr/>
            </p:nvCxnSpPr>
            <p:spPr>
              <a:xfrm flipH="1" flipV="1">
                <a:off x="8296418" y="2273858"/>
                <a:ext cx="166688" cy="1166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4C28B167-BA3D-4AF4-F7D8-9C7100A978DD}"/>
              </a:ext>
            </a:extLst>
          </p:cNvPr>
          <p:cNvSpPr/>
          <p:nvPr/>
        </p:nvSpPr>
        <p:spPr>
          <a:xfrm>
            <a:off x="2580589" y="1260964"/>
            <a:ext cx="1214588" cy="145901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39AF7E51-E0A3-C577-D984-A7740DE3219B}"/>
              </a:ext>
            </a:extLst>
          </p:cNvPr>
          <p:cNvSpPr/>
          <p:nvPr/>
        </p:nvSpPr>
        <p:spPr>
          <a:xfrm>
            <a:off x="4380734" y="777837"/>
            <a:ext cx="1048084" cy="237493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C76D0C1-377F-F198-A431-706C1F64B5FF}"/>
              </a:ext>
            </a:extLst>
          </p:cNvPr>
          <p:cNvSpPr txBox="1"/>
          <p:nvPr/>
        </p:nvSpPr>
        <p:spPr>
          <a:xfrm>
            <a:off x="2847082" y="1329231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1DE90211-BC0D-B703-B3D0-E5A48734E657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2130756" y="1990470"/>
            <a:ext cx="449833" cy="700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右中括号 38">
            <a:extLst>
              <a:ext uri="{FF2B5EF4-FFF2-40B4-BE49-F238E27FC236}">
                <a16:creationId xmlns:a16="http://schemas.microsoft.com/office/drawing/2014/main" id="{2E9FB9DA-E6A9-EF42-A81A-12008535BF5D}"/>
              </a:ext>
            </a:extLst>
          </p:cNvPr>
          <p:cNvSpPr/>
          <p:nvPr/>
        </p:nvSpPr>
        <p:spPr>
          <a:xfrm>
            <a:off x="2138102" y="1239190"/>
            <a:ext cx="130736" cy="1525456"/>
          </a:xfrm>
          <a:prstGeom prst="rightBracket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30A81F93-2900-4BD5-385B-3B7898E48176}"/>
              </a:ext>
            </a:extLst>
          </p:cNvPr>
          <p:cNvCxnSpPr/>
          <p:nvPr/>
        </p:nvCxnSpPr>
        <p:spPr>
          <a:xfrm flipV="1">
            <a:off x="2413812" y="949377"/>
            <a:ext cx="0" cy="1041793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F14CD609-CCBE-1202-EA2C-25C885E957AD}"/>
              </a:ext>
            </a:extLst>
          </p:cNvPr>
          <p:cNvCxnSpPr>
            <a:cxnSpLocks/>
          </p:cNvCxnSpPr>
          <p:nvPr/>
        </p:nvCxnSpPr>
        <p:spPr>
          <a:xfrm flipH="1">
            <a:off x="2413812" y="949377"/>
            <a:ext cx="1651923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12A78424-0D60-9D62-DE60-765D636DF8BF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4065736" y="949377"/>
            <a:ext cx="0" cy="968441"/>
          </a:xfrm>
          <a:prstGeom prst="line">
            <a:avLst/>
          </a:prstGeom>
          <a:ln w="12700">
            <a:solidFill>
              <a:srgbClr val="404040"/>
            </a:solidFill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7E41D41A-4130-795D-B2AC-53FCC7AE2104}"/>
              </a:ext>
            </a:extLst>
          </p:cNvPr>
          <p:cNvSpPr/>
          <p:nvPr/>
        </p:nvSpPr>
        <p:spPr>
          <a:xfrm>
            <a:off x="3991589" y="1917818"/>
            <a:ext cx="148293" cy="149244"/>
          </a:xfrm>
          <a:prstGeom prst="ellips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E1BC187E-D3E5-1B03-FB8C-4AA77426DCDD}"/>
              </a:ext>
            </a:extLst>
          </p:cNvPr>
          <p:cNvCxnSpPr>
            <a:cxnSpLocks/>
          </p:cNvCxnSpPr>
          <p:nvPr/>
        </p:nvCxnSpPr>
        <p:spPr>
          <a:xfrm flipV="1">
            <a:off x="3982930" y="1984356"/>
            <a:ext cx="397805" cy="5354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1D2EEF10-5FE0-29F2-93DB-00C8E0BBBF1C}"/>
              </a:ext>
            </a:extLst>
          </p:cNvPr>
          <p:cNvCxnSpPr>
            <a:cxnSpLocks/>
            <a:stCxn id="35" idx="3"/>
            <a:endCxn id="43" idx="2"/>
          </p:cNvCxnSpPr>
          <p:nvPr/>
        </p:nvCxnSpPr>
        <p:spPr>
          <a:xfrm>
            <a:off x="3795177" y="1990470"/>
            <a:ext cx="196412" cy="1970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DFB9512A-9200-6409-87C4-E87B093AFC3D}"/>
              </a:ext>
            </a:extLst>
          </p:cNvPr>
          <p:cNvSpPr/>
          <p:nvPr/>
        </p:nvSpPr>
        <p:spPr>
          <a:xfrm>
            <a:off x="3110198" y="1606231"/>
            <a:ext cx="502891" cy="93845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17EE74C-D1EE-CCC8-98FC-F345DF6EC5E3}"/>
              </a:ext>
            </a:extLst>
          </p:cNvPr>
          <p:cNvSpPr txBox="1"/>
          <p:nvPr/>
        </p:nvSpPr>
        <p:spPr>
          <a:xfrm>
            <a:off x="2987949" y="1581228"/>
            <a:ext cx="761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1B4CEFB-1E38-9BC2-237A-7050FC868C56}"/>
              </a:ext>
            </a:extLst>
          </p:cNvPr>
          <p:cNvGrpSpPr/>
          <p:nvPr/>
        </p:nvGrpSpPr>
        <p:grpSpPr>
          <a:xfrm>
            <a:off x="3196753" y="2006341"/>
            <a:ext cx="343540" cy="214065"/>
            <a:chOff x="5112608" y="147353"/>
            <a:chExt cx="590327" cy="367842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441A4EF-19D2-2503-7FE6-7C852B506017}"/>
                </a:ext>
              </a:extLst>
            </p:cNvPr>
            <p:cNvSpPr/>
            <p:nvPr/>
          </p:nvSpPr>
          <p:spPr>
            <a:xfrm>
              <a:off x="5112608" y="147353"/>
              <a:ext cx="196776" cy="122614"/>
            </a:xfrm>
            <a:prstGeom prst="rect">
              <a:avLst/>
            </a:prstGeom>
            <a:solidFill>
              <a:srgbClr val="B7E6A5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2B96A84-CEC2-F0B8-BB33-1D354D143F6F}"/>
                </a:ext>
              </a:extLst>
            </p:cNvPr>
            <p:cNvSpPr/>
            <p:nvPr/>
          </p:nvSpPr>
          <p:spPr>
            <a:xfrm>
              <a:off x="5309383" y="147353"/>
              <a:ext cx="196776" cy="122614"/>
            </a:xfrm>
            <a:prstGeom prst="rect">
              <a:avLst/>
            </a:prstGeom>
            <a:solidFill>
              <a:srgbClr val="F4CAAD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8CAA91FD-29C4-A48E-2B0E-897C2B6B6A3D}"/>
                </a:ext>
              </a:extLst>
            </p:cNvPr>
            <p:cNvSpPr/>
            <p:nvPr/>
          </p:nvSpPr>
          <p:spPr>
            <a:xfrm>
              <a:off x="5506159" y="147353"/>
              <a:ext cx="196776" cy="122614"/>
            </a:xfrm>
            <a:prstGeom prst="rect">
              <a:avLst/>
            </a:prstGeom>
            <a:solidFill>
              <a:srgbClr val="FAA57F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3D6F2BB-521B-BB2B-401B-8F6A6E5C1161}"/>
                </a:ext>
              </a:extLst>
            </p:cNvPr>
            <p:cNvSpPr/>
            <p:nvPr/>
          </p:nvSpPr>
          <p:spPr>
            <a:xfrm>
              <a:off x="5112608" y="269967"/>
              <a:ext cx="196776" cy="122614"/>
            </a:xfrm>
            <a:prstGeom prst="rect">
              <a:avLst/>
            </a:prstGeom>
            <a:solidFill>
              <a:srgbClr val="8BD67B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2B08ED4-26EF-F070-EF2E-D1176BCF17C6}"/>
                </a:ext>
              </a:extLst>
            </p:cNvPr>
            <p:cNvSpPr/>
            <p:nvPr/>
          </p:nvSpPr>
          <p:spPr>
            <a:xfrm>
              <a:off x="5309383" y="269967"/>
              <a:ext cx="196776" cy="122614"/>
            </a:xfrm>
            <a:prstGeom prst="rect">
              <a:avLst/>
            </a:prstGeom>
            <a:solidFill>
              <a:srgbClr val="DAF3D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C246FE6-4984-2DC4-D120-35BF1C521211}"/>
                </a:ext>
              </a:extLst>
            </p:cNvPr>
            <p:cNvSpPr/>
            <p:nvPr/>
          </p:nvSpPr>
          <p:spPr>
            <a:xfrm>
              <a:off x="5506159" y="269967"/>
              <a:ext cx="196776" cy="122614"/>
            </a:xfrm>
            <a:prstGeom prst="rect">
              <a:avLst/>
            </a:prstGeom>
            <a:solidFill>
              <a:srgbClr val="FFE1CF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9D13093-2584-FEE6-66A8-0202E0709D1E}"/>
                </a:ext>
              </a:extLst>
            </p:cNvPr>
            <p:cNvSpPr/>
            <p:nvPr/>
          </p:nvSpPr>
          <p:spPr>
            <a:xfrm>
              <a:off x="5112608" y="392581"/>
              <a:ext cx="196776" cy="122614"/>
            </a:xfrm>
            <a:prstGeom prst="rect">
              <a:avLst/>
            </a:prstGeom>
            <a:solidFill>
              <a:srgbClr val="BFF2C0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E03B829-2C54-40C2-1903-7E25A83FA4A0}"/>
                </a:ext>
              </a:extLst>
            </p:cNvPr>
            <p:cNvSpPr/>
            <p:nvPr/>
          </p:nvSpPr>
          <p:spPr>
            <a:xfrm>
              <a:off x="5309383" y="392581"/>
              <a:ext cx="196776" cy="122614"/>
            </a:xfrm>
            <a:prstGeom prst="rect">
              <a:avLst/>
            </a:prstGeom>
            <a:solidFill>
              <a:srgbClr val="FDE3CD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C334EB87-E224-0761-B831-35BDA93EABBF}"/>
                </a:ext>
              </a:extLst>
            </p:cNvPr>
            <p:cNvSpPr/>
            <p:nvPr/>
          </p:nvSpPr>
          <p:spPr>
            <a:xfrm>
              <a:off x="5506159" y="392581"/>
              <a:ext cx="196776" cy="122614"/>
            </a:xfrm>
            <a:prstGeom prst="rect">
              <a:avLst/>
            </a:prstGeom>
            <a:solidFill>
              <a:srgbClr val="EEA985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AD26405-AAD9-C166-899C-64FB9AE57728}"/>
              </a:ext>
            </a:extLst>
          </p:cNvPr>
          <p:cNvGrpSpPr/>
          <p:nvPr/>
        </p:nvGrpSpPr>
        <p:grpSpPr>
          <a:xfrm>
            <a:off x="3213710" y="2273396"/>
            <a:ext cx="343540" cy="214065"/>
            <a:chOff x="5112608" y="147353"/>
            <a:chExt cx="590327" cy="36784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961CED3-5C68-F398-2DEE-1FAB504B8BBE}"/>
                </a:ext>
              </a:extLst>
            </p:cNvPr>
            <p:cNvSpPr/>
            <p:nvPr/>
          </p:nvSpPr>
          <p:spPr>
            <a:xfrm>
              <a:off x="5112608" y="147353"/>
              <a:ext cx="196776" cy="122614"/>
            </a:xfrm>
            <a:prstGeom prst="rect">
              <a:avLst/>
            </a:prstGeom>
            <a:solidFill>
              <a:srgbClr val="D7EAFB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B069D1C-A65A-C89B-CA4D-4D3C5EF71801}"/>
                </a:ext>
              </a:extLst>
            </p:cNvPr>
            <p:cNvSpPr/>
            <p:nvPr/>
          </p:nvSpPr>
          <p:spPr>
            <a:xfrm>
              <a:off x="5309383" y="147353"/>
              <a:ext cx="196776" cy="122614"/>
            </a:xfrm>
            <a:prstGeom prst="rect">
              <a:avLst/>
            </a:prstGeom>
            <a:solidFill>
              <a:srgbClr val="A6C9EE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11EF68E-75CB-5C3A-98BC-78A475EBB9EB}"/>
                </a:ext>
              </a:extLst>
            </p:cNvPr>
            <p:cNvSpPr/>
            <p:nvPr/>
          </p:nvSpPr>
          <p:spPr>
            <a:xfrm>
              <a:off x="5506159" y="147353"/>
              <a:ext cx="196776" cy="122614"/>
            </a:xfrm>
            <a:prstGeom prst="rect">
              <a:avLst/>
            </a:prstGeom>
            <a:solidFill>
              <a:srgbClr val="DB69D6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1E560A29-5E3B-A539-D9A7-789612FC4024}"/>
                </a:ext>
              </a:extLst>
            </p:cNvPr>
            <p:cNvSpPr/>
            <p:nvPr/>
          </p:nvSpPr>
          <p:spPr>
            <a:xfrm>
              <a:off x="5112608" y="269967"/>
              <a:ext cx="196776" cy="122614"/>
            </a:xfrm>
            <a:prstGeom prst="rect">
              <a:avLst/>
            </a:prstGeom>
            <a:solidFill>
              <a:srgbClr val="97CBFC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5072DAB-3396-C535-A18A-3D75773BE5F5}"/>
                </a:ext>
              </a:extLst>
            </p:cNvPr>
            <p:cNvSpPr/>
            <p:nvPr/>
          </p:nvSpPr>
          <p:spPr>
            <a:xfrm>
              <a:off x="5309383" y="269967"/>
              <a:ext cx="196776" cy="122614"/>
            </a:xfrm>
            <a:prstGeom prst="rect">
              <a:avLst/>
            </a:prstGeom>
            <a:solidFill>
              <a:srgbClr val="DBEFFE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0740D60E-FB72-0A9E-4F30-F7D45685E6F9}"/>
                </a:ext>
              </a:extLst>
            </p:cNvPr>
            <p:cNvSpPr/>
            <p:nvPr/>
          </p:nvSpPr>
          <p:spPr>
            <a:xfrm>
              <a:off x="5506159" y="269967"/>
              <a:ext cx="196776" cy="122614"/>
            </a:xfrm>
            <a:prstGeom prst="rect">
              <a:avLst/>
            </a:prstGeom>
            <a:solidFill>
              <a:srgbClr val="F7D7EE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892B57E-D4C4-388C-FC8E-AD829EBC7E9E}"/>
                </a:ext>
              </a:extLst>
            </p:cNvPr>
            <p:cNvSpPr/>
            <p:nvPr/>
          </p:nvSpPr>
          <p:spPr>
            <a:xfrm>
              <a:off x="5112608" y="392581"/>
              <a:ext cx="196776" cy="122614"/>
            </a:xfrm>
            <a:prstGeom prst="rect">
              <a:avLst/>
            </a:prstGeom>
            <a:solidFill>
              <a:srgbClr val="439BE6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2DAF2E2-D232-9CB4-EB69-D29B45406E97}"/>
                </a:ext>
              </a:extLst>
            </p:cNvPr>
            <p:cNvSpPr/>
            <p:nvPr/>
          </p:nvSpPr>
          <p:spPr>
            <a:xfrm>
              <a:off x="5309383" y="392581"/>
              <a:ext cx="196776" cy="122614"/>
            </a:xfrm>
            <a:prstGeom prst="rect">
              <a:avLst/>
            </a:prstGeom>
            <a:solidFill>
              <a:srgbClr val="F3CCF7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B092757-CDD9-E5F3-A365-F2DF486C9110}"/>
                </a:ext>
              </a:extLst>
            </p:cNvPr>
            <p:cNvSpPr/>
            <p:nvPr/>
          </p:nvSpPr>
          <p:spPr>
            <a:xfrm>
              <a:off x="5506159" y="392581"/>
              <a:ext cx="196776" cy="122614"/>
            </a:xfrm>
            <a:prstGeom prst="rect">
              <a:avLst/>
            </a:prstGeom>
            <a:solidFill>
              <a:srgbClr val="E59EDB"/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4DA41FD8-EEB5-C3A8-1AEE-3CCE17C9ADC5}"/>
              </a:ext>
            </a:extLst>
          </p:cNvPr>
          <p:cNvCxnSpPr>
            <a:stCxn id="43" idx="0"/>
            <a:endCxn id="43" idx="4"/>
          </p:cNvCxnSpPr>
          <p:nvPr/>
        </p:nvCxnSpPr>
        <p:spPr>
          <a:xfrm>
            <a:off x="4065736" y="1917818"/>
            <a:ext cx="0" cy="14924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F6D02E04-033F-EE56-212A-C846C7CCD917}"/>
              </a:ext>
            </a:extLst>
          </p:cNvPr>
          <p:cNvCxnSpPr>
            <a:cxnSpLocks/>
            <a:stCxn id="43" idx="2"/>
            <a:endCxn id="43" idx="6"/>
          </p:cNvCxnSpPr>
          <p:nvPr/>
        </p:nvCxnSpPr>
        <p:spPr>
          <a:xfrm>
            <a:off x="3991589" y="1992440"/>
            <a:ext cx="148293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A1AF583-DBE8-29D9-25F7-917A357F4140}"/>
                  </a:ext>
                </a:extLst>
              </p:cNvPr>
              <p:cNvSpPr txBox="1"/>
              <p:nvPr/>
            </p:nvSpPr>
            <p:spPr>
              <a:xfrm>
                <a:off x="4346881" y="1652153"/>
                <a:ext cx="11159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Anchor</a:t>
                </a:r>
              </a:p>
              <a:p>
                <a:pPr algn="ctr"/>
                <a:r>
                  <a:rPr kumimoji="1"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  <a:r>
                  <a:rPr kumimoji="1"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kumimoji="1"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sub>
                    </m:sSub>
                  </m:oMath>
                </a14:m>
                <a:endPara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A1AF583-DBE8-29D9-25F7-917A357F4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881" y="1652153"/>
                <a:ext cx="1115947" cy="646331"/>
              </a:xfrm>
              <a:prstGeom prst="rect">
                <a:avLst/>
              </a:prstGeom>
              <a:blipFill>
                <a:blip r:embed="rId2"/>
                <a:stretch>
                  <a:fillRect l="-4494" t="-3922" b="-156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圆角矩形 71">
            <a:extLst>
              <a:ext uri="{FF2B5EF4-FFF2-40B4-BE49-F238E27FC236}">
                <a16:creationId xmlns:a16="http://schemas.microsoft.com/office/drawing/2014/main" id="{A74D1DD4-2D85-A8B8-C916-8DBB1EF92729}"/>
              </a:ext>
            </a:extLst>
          </p:cNvPr>
          <p:cNvSpPr/>
          <p:nvPr/>
        </p:nvSpPr>
        <p:spPr>
          <a:xfrm>
            <a:off x="2779966" y="1606919"/>
            <a:ext cx="226221" cy="93845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2A853379-EA7D-F8C8-FB08-1AAE5CCADB77}"/>
              </a:ext>
            </a:extLst>
          </p:cNvPr>
          <p:cNvSpPr/>
          <p:nvPr/>
        </p:nvSpPr>
        <p:spPr>
          <a:xfrm>
            <a:off x="5980339" y="849626"/>
            <a:ext cx="1096164" cy="91185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11A47107-74FF-5236-9134-148ED73FFA3D}"/>
              </a:ext>
            </a:extLst>
          </p:cNvPr>
          <p:cNvSpPr/>
          <p:nvPr/>
        </p:nvSpPr>
        <p:spPr>
          <a:xfrm>
            <a:off x="5979381" y="2158292"/>
            <a:ext cx="1096164" cy="91185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FEE1451B-AE63-2B77-3ACD-1DC02B45DC35}"/>
              </a:ext>
            </a:extLst>
          </p:cNvPr>
          <p:cNvCxnSpPr>
            <a:cxnSpLocks/>
            <a:stCxn id="73" idx="3"/>
            <a:endCxn id="80" idx="1"/>
          </p:cNvCxnSpPr>
          <p:nvPr/>
        </p:nvCxnSpPr>
        <p:spPr>
          <a:xfrm flipV="1">
            <a:off x="7076503" y="1298191"/>
            <a:ext cx="570159" cy="7364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肘形连接符 75">
            <a:extLst>
              <a:ext uri="{FF2B5EF4-FFF2-40B4-BE49-F238E27FC236}">
                <a16:creationId xmlns:a16="http://schemas.microsoft.com/office/drawing/2014/main" id="{DC0BF17A-D581-D464-03CC-DDC3086F3037}"/>
              </a:ext>
            </a:extLst>
          </p:cNvPr>
          <p:cNvCxnSpPr>
            <a:cxnSpLocks/>
            <a:stCxn id="36" idx="3"/>
            <a:endCxn id="73" idx="1"/>
          </p:cNvCxnSpPr>
          <p:nvPr/>
        </p:nvCxnSpPr>
        <p:spPr>
          <a:xfrm flipV="1">
            <a:off x="5428818" y="1305555"/>
            <a:ext cx="551521" cy="659751"/>
          </a:xfrm>
          <a:prstGeom prst="bentConnector3">
            <a:avLst>
              <a:gd name="adj1" fmla="val 50000"/>
            </a:avLst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517AFBCC-5944-8CB3-BF57-2BF429681940}"/>
              </a:ext>
            </a:extLst>
          </p:cNvPr>
          <p:cNvCxnSpPr>
            <a:cxnSpLocks/>
            <a:stCxn id="36" idx="3"/>
            <a:endCxn id="74" idx="1"/>
          </p:cNvCxnSpPr>
          <p:nvPr/>
        </p:nvCxnSpPr>
        <p:spPr>
          <a:xfrm>
            <a:off x="5428818" y="1965306"/>
            <a:ext cx="550563" cy="648915"/>
          </a:xfrm>
          <a:prstGeom prst="bentConnector3">
            <a:avLst>
              <a:gd name="adj1" fmla="val 50000"/>
            </a:avLst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CF57B4FE-133E-98E5-4156-C9EB0B4AA986}"/>
              </a:ext>
            </a:extLst>
          </p:cNvPr>
          <p:cNvSpPr txBox="1"/>
          <p:nvPr/>
        </p:nvSpPr>
        <p:spPr>
          <a:xfrm>
            <a:off x="5970284" y="1098574"/>
            <a:ext cx="11095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</a:t>
            </a:r>
          </a:p>
          <a:p>
            <a:pPr algn="ctr"/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kumimoji="1"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kumimoji="1"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3F91594-535D-63E0-B083-5863D3E6105F}"/>
              </a:ext>
            </a:extLst>
          </p:cNvPr>
          <p:cNvSpPr txBox="1"/>
          <p:nvPr/>
        </p:nvSpPr>
        <p:spPr>
          <a:xfrm>
            <a:off x="6080890" y="2408395"/>
            <a:ext cx="8883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Contrastive</a:t>
            </a:r>
          </a:p>
          <a:p>
            <a:pPr algn="ctr"/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D8EB99FA-569B-A593-3F38-8C4864F6FC8C}"/>
              </a:ext>
            </a:extLst>
          </p:cNvPr>
          <p:cNvSpPr/>
          <p:nvPr/>
        </p:nvSpPr>
        <p:spPr>
          <a:xfrm>
            <a:off x="7646662" y="1031117"/>
            <a:ext cx="1096164" cy="53414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3EA32696-A0BE-F153-6F61-D0B32BE2B5E7}"/>
              </a:ext>
            </a:extLst>
          </p:cNvPr>
          <p:cNvSpPr/>
          <p:nvPr/>
        </p:nvSpPr>
        <p:spPr>
          <a:xfrm>
            <a:off x="7656288" y="2349714"/>
            <a:ext cx="1096164" cy="53414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3D3F67F1-4282-6C61-7C43-E38AC5189327}"/>
              </a:ext>
            </a:extLst>
          </p:cNvPr>
          <p:cNvSpPr/>
          <p:nvPr/>
        </p:nvSpPr>
        <p:spPr>
          <a:xfrm>
            <a:off x="7244947" y="1847544"/>
            <a:ext cx="1910178" cy="26266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5766A42D-28C9-F431-45C0-26A1EE887C83}"/>
              </a:ext>
            </a:extLst>
          </p:cNvPr>
          <p:cNvCxnSpPr>
            <a:cxnSpLocks/>
            <a:stCxn id="74" idx="3"/>
            <a:endCxn id="81" idx="1"/>
          </p:cNvCxnSpPr>
          <p:nvPr/>
        </p:nvCxnSpPr>
        <p:spPr>
          <a:xfrm>
            <a:off x="7075545" y="2614221"/>
            <a:ext cx="580743" cy="2567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3C279C9C-6BBA-3268-9789-2CCC9D8A6E33}"/>
              </a:ext>
            </a:extLst>
          </p:cNvPr>
          <p:cNvSpPr txBox="1"/>
          <p:nvPr/>
        </p:nvSpPr>
        <p:spPr>
          <a:xfrm>
            <a:off x="7053415" y="99409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logits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60B2B30-F1E3-E6CE-93BC-7DF04DA5A72C}"/>
              </a:ext>
            </a:extLst>
          </p:cNvPr>
          <p:cNvSpPr txBox="1"/>
          <p:nvPr/>
        </p:nvSpPr>
        <p:spPr>
          <a:xfrm>
            <a:off x="7790872" y="1081801"/>
            <a:ext cx="8226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Loss</a:t>
            </a:r>
          </a:p>
          <a:p>
            <a:pPr algn="ctr"/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4DE497A-922A-5D29-9C23-6653EBF11CEB}"/>
              </a:ext>
            </a:extLst>
          </p:cNvPr>
          <p:cNvSpPr txBox="1"/>
          <p:nvPr/>
        </p:nvSpPr>
        <p:spPr>
          <a:xfrm>
            <a:off x="7718503" y="2476461"/>
            <a:ext cx="9813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SupCon</a:t>
            </a:r>
            <a:r>
              <a:rPr kumimoji="1"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D9DC06ED-FA04-9864-9E75-CCB0C55671ED}"/>
                  </a:ext>
                </a:extLst>
              </p:cNvPr>
              <p:cNvSpPr txBox="1"/>
              <p:nvPr/>
            </p:nvSpPr>
            <p:spPr>
              <a:xfrm>
                <a:off x="7303442" y="1837812"/>
                <a:ext cx="1782604" cy="291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kumimoji="1"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r>
                      <a:rPr kumimoji="1" lang="en-US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kumimoji="1"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l-GR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D9DC06ED-FA04-9864-9E75-CCB0C5567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442" y="1837812"/>
                <a:ext cx="1782604" cy="291811"/>
              </a:xfrm>
              <a:prstGeom prst="rect">
                <a:avLst/>
              </a:prstGeom>
              <a:blipFill>
                <a:blip r:embed="rId3"/>
                <a:stretch>
                  <a:fillRect t="-4167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0F9C85BD-73FD-BCD0-F727-15CA0755B880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8194744" y="1565265"/>
            <a:ext cx="0" cy="272547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6950DB88-DA6E-B143-CDA2-315C99EDF926}"/>
              </a:ext>
            </a:extLst>
          </p:cNvPr>
          <p:cNvCxnSpPr>
            <a:cxnSpLocks/>
            <a:stCxn id="81" idx="0"/>
            <a:endCxn id="87" idx="2"/>
          </p:cNvCxnSpPr>
          <p:nvPr/>
        </p:nvCxnSpPr>
        <p:spPr>
          <a:xfrm flipH="1" flipV="1">
            <a:off x="8194744" y="2129623"/>
            <a:ext cx="9626" cy="220091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E61F9AD7-6B7F-9523-9EC5-E8C4967B2A9F}"/>
              </a:ext>
            </a:extLst>
          </p:cNvPr>
          <p:cNvSpPr/>
          <p:nvPr/>
        </p:nvSpPr>
        <p:spPr>
          <a:xfrm>
            <a:off x="9421845" y="318052"/>
            <a:ext cx="2579847" cy="3316008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圆角矩形 90">
            <a:extLst>
              <a:ext uri="{FF2B5EF4-FFF2-40B4-BE49-F238E27FC236}">
                <a16:creationId xmlns:a16="http://schemas.microsoft.com/office/drawing/2014/main" id="{E0DF4994-D9A0-84A2-DD6A-9E0262DE9D4C}"/>
              </a:ext>
            </a:extLst>
          </p:cNvPr>
          <p:cNvSpPr/>
          <p:nvPr/>
        </p:nvSpPr>
        <p:spPr>
          <a:xfrm>
            <a:off x="9580915" y="620183"/>
            <a:ext cx="834998" cy="667241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A8F69D0-804F-6EB9-ABB6-A79E8D485561}"/>
              </a:ext>
            </a:extLst>
          </p:cNvPr>
          <p:cNvSpPr txBox="1"/>
          <p:nvPr/>
        </p:nvSpPr>
        <p:spPr>
          <a:xfrm>
            <a:off x="9622330" y="620183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100" dirty="0"/>
              <a:t>Subgraph</a:t>
            </a:r>
            <a:endParaRPr lang="zh-CN" altLang="en-US" sz="1100" dirty="0"/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FB119340-F6C1-EBE2-096D-E5C5E36DAB03}"/>
              </a:ext>
            </a:extLst>
          </p:cNvPr>
          <p:cNvGrpSpPr/>
          <p:nvPr/>
        </p:nvGrpSpPr>
        <p:grpSpPr>
          <a:xfrm>
            <a:off x="9801203" y="884554"/>
            <a:ext cx="386905" cy="354636"/>
            <a:chOff x="9342549" y="366571"/>
            <a:chExt cx="1069517" cy="980319"/>
          </a:xfrm>
        </p:grpSpPr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0CCD0754-64DE-59FD-7188-E9FCF44C9A31}"/>
                </a:ext>
              </a:extLst>
            </p:cNvPr>
            <p:cNvSpPr/>
            <p:nvPr/>
          </p:nvSpPr>
          <p:spPr>
            <a:xfrm rot="20223710">
              <a:off x="9584929" y="366571"/>
              <a:ext cx="243322" cy="24332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BB9CFCDA-E413-8DAA-9A13-E9E3CD6E242D}"/>
                </a:ext>
              </a:extLst>
            </p:cNvPr>
            <p:cNvSpPr/>
            <p:nvPr/>
          </p:nvSpPr>
          <p:spPr>
            <a:xfrm rot="21143047">
              <a:off x="9715421" y="1103568"/>
              <a:ext cx="243322" cy="24332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33A95072-CE58-4A76-000A-A618834E6FE8}"/>
                </a:ext>
              </a:extLst>
            </p:cNvPr>
            <p:cNvSpPr/>
            <p:nvPr/>
          </p:nvSpPr>
          <p:spPr>
            <a:xfrm rot="1691375">
              <a:off x="10168744" y="603542"/>
              <a:ext cx="243322" cy="24332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784C5658-9558-D79B-E485-EA709622DCBF}"/>
                </a:ext>
              </a:extLst>
            </p:cNvPr>
            <p:cNvSpPr/>
            <p:nvPr/>
          </p:nvSpPr>
          <p:spPr>
            <a:xfrm rot="1695583">
              <a:off x="9342549" y="853757"/>
              <a:ext cx="243322" cy="24332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927BB87C-8236-317C-1CA9-E76617CE72F6}"/>
                </a:ext>
              </a:extLst>
            </p:cNvPr>
            <p:cNvCxnSpPr>
              <a:cxnSpLocks/>
              <a:stCxn id="94" idx="3"/>
              <a:endCxn id="97" idx="0"/>
            </p:cNvCxnSpPr>
            <p:nvPr/>
          </p:nvCxnSpPr>
          <p:spPr>
            <a:xfrm flipH="1">
              <a:off x="9521813" y="600985"/>
              <a:ext cx="139081" cy="2672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A753A7F2-7B79-D8DD-4D8C-BB872C62D7B6}"/>
                </a:ext>
              </a:extLst>
            </p:cNvPr>
            <p:cNvCxnSpPr>
              <a:cxnSpLocks/>
              <a:stCxn id="94" idx="5"/>
              <a:endCxn id="96" idx="2"/>
            </p:cNvCxnSpPr>
            <p:nvPr/>
          </p:nvCxnSpPr>
          <p:spPr>
            <a:xfrm>
              <a:off x="9819344" y="533928"/>
              <a:ext cx="363830" cy="1338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972B2126-73AE-792A-6324-EDEC86B3E742}"/>
                </a:ext>
              </a:extLst>
            </p:cNvPr>
            <p:cNvCxnSpPr>
              <a:cxnSpLocks/>
              <a:stCxn id="94" idx="4"/>
              <a:endCxn id="95" idx="0"/>
            </p:cNvCxnSpPr>
            <p:nvPr/>
          </p:nvCxnSpPr>
          <p:spPr>
            <a:xfrm>
              <a:off x="9754006" y="600272"/>
              <a:ext cx="66952" cy="5043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CB17E8BA-E1D7-639A-5898-1F3F26A89527}"/>
                </a:ext>
              </a:extLst>
            </p:cNvPr>
            <p:cNvCxnSpPr>
              <a:cxnSpLocks/>
              <a:stCxn id="97" idx="6"/>
              <a:endCxn id="95" idx="1"/>
            </p:cNvCxnSpPr>
            <p:nvPr/>
          </p:nvCxnSpPr>
          <p:spPr>
            <a:xfrm>
              <a:off x="9571370" y="1033021"/>
              <a:ext cx="169043" cy="1183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6D11ACBB-1D30-0A93-D8D4-1CC72C72B6D4}"/>
              </a:ext>
            </a:extLst>
          </p:cNvPr>
          <p:cNvSpPr/>
          <p:nvPr/>
        </p:nvSpPr>
        <p:spPr>
          <a:xfrm>
            <a:off x="9571114" y="1497925"/>
            <a:ext cx="834998" cy="419893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162A124-4269-95DB-8407-E7CAC6E58A88}"/>
              </a:ext>
            </a:extLst>
          </p:cNvPr>
          <p:cNvSpPr txBox="1"/>
          <p:nvPr/>
        </p:nvSpPr>
        <p:spPr>
          <a:xfrm>
            <a:off x="9652039" y="1580471"/>
            <a:ext cx="67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F64D6F11-9A84-12CF-83C3-47A04587A6A6}"/>
              </a:ext>
            </a:extLst>
          </p:cNvPr>
          <p:cNvSpPr/>
          <p:nvPr/>
        </p:nvSpPr>
        <p:spPr>
          <a:xfrm>
            <a:off x="10756226" y="874203"/>
            <a:ext cx="1115488" cy="891379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9E179961-5F73-3283-BADB-FCA28C9B427E}"/>
              </a:ext>
            </a:extLst>
          </p:cNvPr>
          <p:cNvSpPr/>
          <p:nvPr/>
        </p:nvSpPr>
        <p:spPr>
          <a:xfrm>
            <a:off x="10766832" y="2097397"/>
            <a:ext cx="1115488" cy="1331603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7D730857-ED80-3C58-29D8-D7DF01FE20A7}"/>
                  </a:ext>
                </a:extLst>
              </p:cNvPr>
              <p:cNvSpPr txBox="1"/>
              <p:nvPr/>
            </p:nvSpPr>
            <p:spPr>
              <a:xfrm>
                <a:off x="10726163" y="1115687"/>
                <a:ext cx="1175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Anchor</a:t>
                </a:r>
              </a:p>
              <a:p>
                <a:pPr algn="ctr"/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kumimoji="1" lang="en-US" altLang="zh-CN" sz="1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kumimoji="1"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7D730857-ED80-3C58-29D8-D7DF01FE2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163" y="1115687"/>
                <a:ext cx="1175614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肘形连接符 106">
            <a:extLst>
              <a:ext uri="{FF2B5EF4-FFF2-40B4-BE49-F238E27FC236}">
                <a16:creationId xmlns:a16="http://schemas.microsoft.com/office/drawing/2014/main" id="{D8688502-78C5-B7F6-D8AA-346DCB4AE89C}"/>
              </a:ext>
            </a:extLst>
          </p:cNvPr>
          <p:cNvCxnSpPr>
            <a:cxnSpLocks/>
            <a:stCxn id="91" idx="3"/>
            <a:endCxn id="104" idx="1"/>
          </p:cNvCxnSpPr>
          <p:nvPr/>
        </p:nvCxnSpPr>
        <p:spPr>
          <a:xfrm>
            <a:off x="10415913" y="953804"/>
            <a:ext cx="340313" cy="366089"/>
          </a:xfrm>
          <a:prstGeom prst="bentConnector3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肘形连接符 107">
            <a:extLst>
              <a:ext uri="{FF2B5EF4-FFF2-40B4-BE49-F238E27FC236}">
                <a16:creationId xmlns:a16="http://schemas.microsoft.com/office/drawing/2014/main" id="{24585A79-CD98-895F-A7FA-CC44A81D4211}"/>
              </a:ext>
            </a:extLst>
          </p:cNvPr>
          <p:cNvCxnSpPr>
            <a:cxnSpLocks/>
            <a:stCxn id="102" idx="3"/>
            <a:endCxn id="104" idx="1"/>
          </p:cNvCxnSpPr>
          <p:nvPr/>
        </p:nvCxnSpPr>
        <p:spPr>
          <a:xfrm flipV="1">
            <a:off x="10406112" y="1319893"/>
            <a:ext cx="350114" cy="387979"/>
          </a:xfrm>
          <a:prstGeom prst="bentConnector3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C523B65E-F032-BBED-5622-57FA8CF4A296}"/>
              </a:ext>
            </a:extLst>
          </p:cNvPr>
          <p:cNvCxnSpPr>
            <a:cxnSpLocks/>
            <a:stCxn id="105" idx="0"/>
            <a:endCxn id="104" idx="2"/>
          </p:cNvCxnSpPr>
          <p:nvPr/>
        </p:nvCxnSpPr>
        <p:spPr>
          <a:xfrm flipH="1" flipV="1">
            <a:off x="11313970" y="1765582"/>
            <a:ext cx="10606" cy="331815"/>
          </a:xfrm>
          <a:prstGeom prst="line">
            <a:avLst/>
          </a:prstGeom>
          <a:ln w="12700">
            <a:solidFill>
              <a:srgbClr val="404040"/>
            </a:solidFill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53ACA340-39BC-1608-D5B7-92702C5992F1}"/>
              </a:ext>
            </a:extLst>
          </p:cNvPr>
          <p:cNvGrpSpPr/>
          <p:nvPr/>
        </p:nvGrpSpPr>
        <p:grpSpPr>
          <a:xfrm>
            <a:off x="10909322" y="2500729"/>
            <a:ext cx="809296" cy="246221"/>
            <a:chOff x="10909322" y="2500729"/>
            <a:chExt cx="809296" cy="246221"/>
          </a:xfrm>
        </p:grpSpPr>
        <p:sp>
          <p:nvSpPr>
            <p:cNvPr id="110" name="圆角矩形 109">
              <a:extLst>
                <a:ext uri="{FF2B5EF4-FFF2-40B4-BE49-F238E27FC236}">
                  <a16:creationId xmlns:a16="http://schemas.microsoft.com/office/drawing/2014/main" id="{AED8D894-C854-D9DA-6959-F91609FE9D1D}"/>
                </a:ext>
              </a:extLst>
            </p:cNvPr>
            <p:cNvSpPr/>
            <p:nvPr/>
          </p:nvSpPr>
          <p:spPr>
            <a:xfrm>
              <a:off x="10909322" y="2511256"/>
              <a:ext cx="809296" cy="234527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73EB4396-86D7-6F9C-9325-1B76F75B04C4}"/>
                    </a:ext>
                  </a:extLst>
                </p:cNvPr>
                <p:cNvSpPr txBox="1"/>
                <p:nvPr/>
              </p:nvSpPr>
              <p:spPr>
                <a:xfrm>
                  <a:off x="11017810" y="2500729"/>
                  <a:ext cx="64479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Mean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endParaRPr kumimoji="1"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73EB4396-86D7-6F9C-9325-1B76F75B0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7810" y="2500729"/>
                  <a:ext cx="644792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3163C31F-7868-5BF5-8C6C-24452111E7AE}"/>
              </a:ext>
            </a:extLst>
          </p:cNvPr>
          <p:cNvSpPr/>
          <p:nvPr/>
        </p:nvSpPr>
        <p:spPr>
          <a:xfrm>
            <a:off x="10832400" y="2864796"/>
            <a:ext cx="971096" cy="415117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44675B16-0942-A285-7BAE-22F8F666A123}"/>
                  </a:ext>
                </a:extLst>
              </p:cNvPr>
              <p:cNvSpPr txBox="1"/>
              <p:nvPr/>
            </p:nvSpPr>
            <p:spPr>
              <a:xfrm>
                <a:off x="10811267" y="2885483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SVD on Centered</a:t>
                </a:r>
              </a:p>
              <a:p>
                <a:pPr algn="ctr"/>
                <a:r>
                  <a:rPr kumimoji="1"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kumimoji="1" lang="en-US" altLang="zh-CN" sz="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kumimoji="1"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44675B16-0942-A285-7BAE-22F8F666A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267" y="2885483"/>
                <a:ext cx="1005403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本框 113">
            <a:extLst>
              <a:ext uri="{FF2B5EF4-FFF2-40B4-BE49-F238E27FC236}">
                <a16:creationId xmlns:a16="http://schemas.microsoft.com/office/drawing/2014/main" id="{3425C039-2FCC-9DCF-3345-208F5607E6A9}"/>
              </a:ext>
            </a:extLst>
          </p:cNvPr>
          <p:cNvSpPr txBox="1"/>
          <p:nvPr/>
        </p:nvSpPr>
        <p:spPr>
          <a:xfrm>
            <a:off x="10815275" y="2179169"/>
            <a:ext cx="997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Subspace</a:t>
            </a:r>
          </a:p>
        </p:txBody>
      </p: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F60BB0BB-2A7A-285B-1CA9-3AEA7AC43C1C}"/>
              </a:ext>
            </a:extLst>
          </p:cNvPr>
          <p:cNvSpPr/>
          <p:nvPr/>
        </p:nvSpPr>
        <p:spPr>
          <a:xfrm>
            <a:off x="756420" y="3725390"/>
            <a:ext cx="11245272" cy="255483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9F2D9022-FD30-5704-9129-17CE9D699B19}"/>
              </a:ext>
            </a:extLst>
          </p:cNvPr>
          <p:cNvSpPr/>
          <p:nvPr/>
        </p:nvSpPr>
        <p:spPr>
          <a:xfrm>
            <a:off x="1275347" y="4315326"/>
            <a:ext cx="1305242" cy="68031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CF6E295B-F379-1523-5CF8-6182819B3D28}"/>
              </a:ext>
            </a:extLst>
          </p:cNvPr>
          <p:cNvSpPr/>
          <p:nvPr/>
        </p:nvSpPr>
        <p:spPr>
          <a:xfrm>
            <a:off x="1282843" y="5358062"/>
            <a:ext cx="1305242" cy="68031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33D82814-BBA1-4955-ABCA-82886AC5393D}"/>
              </a:ext>
            </a:extLst>
          </p:cNvPr>
          <p:cNvSpPr txBox="1"/>
          <p:nvPr/>
        </p:nvSpPr>
        <p:spPr>
          <a:xfrm>
            <a:off x="1385223" y="4349309"/>
            <a:ext cx="1085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1…t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(Known)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AA7AC97-5EC1-F716-BE01-D9E16B7FE821}"/>
              </a:ext>
            </a:extLst>
          </p:cNvPr>
          <p:cNvSpPr txBox="1"/>
          <p:nvPr/>
        </p:nvSpPr>
        <p:spPr>
          <a:xfrm>
            <a:off x="1300655" y="5392045"/>
            <a:ext cx="1249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t + 1</a:t>
            </a:r>
          </a:p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(Unknown)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6F0BA7FB-8C48-C70E-58C7-DF7FBA546570}"/>
              </a:ext>
            </a:extLst>
          </p:cNvPr>
          <p:cNvSpPr/>
          <p:nvPr/>
        </p:nvSpPr>
        <p:spPr>
          <a:xfrm>
            <a:off x="3205565" y="4316445"/>
            <a:ext cx="2033243" cy="1721931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4CB2C2A9-1709-2F31-FA38-591ED89A4BDB}"/>
              </a:ext>
            </a:extLst>
          </p:cNvPr>
          <p:cNvSpPr/>
          <p:nvPr/>
        </p:nvSpPr>
        <p:spPr>
          <a:xfrm>
            <a:off x="7420320" y="4352436"/>
            <a:ext cx="3117765" cy="963247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29E3C8B-33D5-A097-EFBC-92CC05BE8185}"/>
              </a:ext>
            </a:extLst>
          </p:cNvPr>
          <p:cNvSpPr/>
          <p:nvPr/>
        </p:nvSpPr>
        <p:spPr>
          <a:xfrm>
            <a:off x="11219766" y="5003453"/>
            <a:ext cx="431628" cy="4316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E96CB93-867F-9649-1086-A585ABFE62A9}"/>
              </a:ext>
            </a:extLst>
          </p:cNvPr>
          <p:cNvCxnSpPr>
            <a:cxnSpLocks/>
            <a:stCxn id="116" idx="3"/>
          </p:cNvCxnSpPr>
          <p:nvPr/>
        </p:nvCxnSpPr>
        <p:spPr>
          <a:xfrm>
            <a:off x="2580589" y="4655483"/>
            <a:ext cx="624976" cy="0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023AD0AF-4F80-038D-2C08-B20078FD5B6E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2549716" y="5715211"/>
            <a:ext cx="664755" cy="0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E6EB40DF-CF82-D30F-291B-F08FB4245DE3}"/>
              </a:ext>
            </a:extLst>
          </p:cNvPr>
          <p:cNvCxnSpPr>
            <a:cxnSpLocks/>
            <a:stCxn id="138" idx="1"/>
            <a:endCxn id="120" idx="0"/>
          </p:cNvCxnSpPr>
          <p:nvPr/>
        </p:nvCxnSpPr>
        <p:spPr>
          <a:xfrm rot="10800000" flipV="1">
            <a:off x="4222187" y="4048535"/>
            <a:ext cx="1471582" cy="267909"/>
          </a:xfrm>
          <a:prstGeom prst="bentConnector2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95EBA19B-3611-42A9-27BB-AE9A06ECE9FC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5238808" y="4834060"/>
            <a:ext cx="2181512" cy="0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A9D7635A-459C-D08F-F89B-7E81E85C962A}"/>
              </a:ext>
            </a:extLst>
          </p:cNvPr>
          <p:cNvCxnSpPr>
            <a:cxnSpLocks/>
          </p:cNvCxnSpPr>
          <p:nvPr/>
        </p:nvCxnSpPr>
        <p:spPr>
          <a:xfrm>
            <a:off x="5238808" y="5698219"/>
            <a:ext cx="5347261" cy="0"/>
          </a:xfrm>
          <a:prstGeom prst="straightConnector1">
            <a:avLst/>
          </a:prstGeom>
          <a:ln w="12700">
            <a:solidFill>
              <a:srgbClr val="404040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直线箭头连接符 127">
            <a:extLst>
              <a:ext uri="{FF2B5EF4-FFF2-40B4-BE49-F238E27FC236}">
                <a16:creationId xmlns:a16="http://schemas.microsoft.com/office/drawing/2014/main" id="{B045B9EF-5FCA-2EB1-18F0-C13457228E3B}"/>
              </a:ext>
            </a:extLst>
          </p:cNvPr>
          <p:cNvCxnSpPr>
            <a:stCxn id="121" idx="3"/>
            <a:endCxn id="122" idx="1"/>
          </p:cNvCxnSpPr>
          <p:nvPr/>
        </p:nvCxnSpPr>
        <p:spPr>
          <a:xfrm>
            <a:off x="10538085" y="4834060"/>
            <a:ext cx="744891" cy="232603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920DB490-7FF4-9340-FF55-27F686E8F455}"/>
              </a:ext>
            </a:extLst>
          </p:cNvPr>
          <p:cNvCxnSpPr>
            <a:cxnSpLocks/>
            <a:endCxn id="122" idx="3"/>
          </p:cNvCxnSpPr>
          <p:nvPr/>
        </p:nvCxnSpPr>
        <p:spPr>
          <a:xfrm flipV="1">
            <a:off x="10586069" y="5371871"/>
            <a:ext cx="696907" cy="326348"/>
          </a:xfrm>
          <a:prstGeom prst="straightConnector1">
            <a:avLst/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0E7950D-7835-59DE-BF28-546621AC03A8}"/>
              </a:ext>
            </a:extLst>
          </p:cNvPr>
          <p:cNvSpPr txBox="1"/>
          <p:nvPr/>
        </p:nvSpPr>
        <p:spPr>
          <a:xfrm>
            <a:off x="11079940" y="474428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kumimoji="1"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3AAE62DA-39D8-265E-38CE-E9AE1AE26A26}"/>
              </a:ext>
            </a:extLst>
          </p:cNvPr>
          <p:cNvSpPr txBox="1"/>
          <p:nvPr/>
        </p:nvSpPr>
        <p:spPr>
          <a:xfrm>
            <a:off x="3399348" y="4386280"/>
            <a:ext cx="164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Task</a:t>
            </a:r>
            <a:r>
              <a:rPr kumimoji="1"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Inference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2" name="右中括号 131">
            <a:extLst>
              <a:ext uri="{FF2B5EF4-FFF2-40B4-BE49-F238E27FC236}">
                <a16:creationId xmlns:a16="http://schemas.microsoft.com/office/drawing/2014/main" id="{79AB6B66-A897-37E1-C9E6-B85EE2D136F4}"/>
              </a:ext>
            </a:extLst>
          </p:cNvPr>
          <p:cNvSpPr/>
          <p:nvPr/>
        </p:nvSpPr>
        <p:spPr>
          <a:xfrm rot="10800000">
            <a:off x="1152136" y="4655483"/>
            <a:ext cx="92338" cy="1059726"/>
          </a:xfrm>
          <a:prstGeom prst="rightBracket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D7FD7314-F37D-502E-19A8-4B6DF0FB30B6}"/>
              </a:ext>
            </a:extLst>
          </p:cNvPr>
          <p:cNvSpPr txBox="1"/>
          <p:nvPr/>
        </p:nvSpPr>
        <p:spPr>
          <a:xfrm rot="16200000">
            <a:off x="672645" y="4932452"/>
            <a:ext cx="586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9FF9297D-4B65-7460-4508-6A2EA022C726}"/>
              </a:ext>
            </a:extLst>
          </p:cNvPr>
          <p:cNvSpPr txBox="1"/>
          <p:nvPr/>
        </p:nvSpPr>
        <p:spPr>
          <a:xfrm>
            <a:off x="8005947" y="4672474"/>
            <a:ext cx="1869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C576F28-FF23-F364-3FB3-A03AD99DE107}"/>
              </a:ext>
            </a:extLst>
          </p:cNvPr>
          <p:cNvSpPr txBox="1"/>
          <p:nvPr/>
        </p:nvSpPr>
        <p:spPr>
          <a:xfrm>
            <a:off x="5924646" y="4560891"/>
            <a:ext cx="7507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Task_id</a:t>
            </a:r>
            <a:endParaRPr kumimoji="1" lang="zh-CN" alt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339C4502-1CD7-29A4-D0F0-11FECEAD24BB}"/>
              </a:ext>
            </a:extLst>
          </p:cNvPr>
          <p:cNvSpPr txBox="1"/>
          <p:nvPr/>
        </p:nvSpPr>
        <p:spPr>
          <a:xfrm>
            <a:off x="5643845" y="5410468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Open set score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1C30594F-71B1-3406-ADC6-E0B9D9455297}"/>
              </a:ext>
            </a:extLst>
          </p:cNvPr>
          <p:cNvSpPr txBox="1"/>
          <p:nvPr/>
        </p:nvSpPr>
        <p:spPr>
          <a:xfrm>
            <a:off x="7498508" y="4383221"/>
            <a:ext cx="296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Task-conditioned Prediction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8" name="圆角矩形 137">
            <a:extLst>
              <a:ext uri="{FF2B5EF4-FFF2-40B4-BE49-F238E27FC236}">
                <a16:creationId xmlns:a16="http://schemas.microsoft.com/office/drawing/2014/main" id="{2181564E-C273-2C02-079B-52FC6DCA0F28}"/>
              </a:ext>
            </a:extLst>
          </p:cNvPr>
          <p:cNvSpPr/>
          <p:nvPr/>
        </p:nvSpPr>
        <p:spPr>
          <a:xfrm>
            <a:off x="5693769" y="3906220"/>
            <a:ext cx="2160120" cy="28463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肘形连接符 138">
            <a:extLst>
              <a:ext uri="{FF2B5EF4-FFF2-40B4-BE49-F238E27FC236}">
                <a16:creationId xmlns:a16="http://schemas.microsoft.com/office/drawing/2014/main" id="{2FEFA73A-50C4-D5BD-E32B-953790A2FBE9}"/>
              </a:ext>
            </a:extLst>
          </p:cNvPr>
          <p:cNvCxnSpPr>
            <a:cxnSpLocks/>
            <a:endCxn id="138" idx="3"/>
          </p:cNvCxnSpPr>
          <p:nvPr/>
        </p:nvCxnSpPr>
        <p:spPr>
          <a:xfrm rot="10800000" flipV="1">
            <a:off x="7853890" y="2763198"/>
            <a:ext cx="2912943" cy="1285337"/>
          </a:xfrm>
          <a:prstGeom prst="bentConnector3">
            <a:avLst>
              <a:gd name="adj1" fmla="val 28300"/>
            </a:avLst>
          </a:prstGeom>
          <a:ln w="12700">
            <a:solidFill>
              <a:srgbClr val="40404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5B1DA3E-3FFE-0CD6-ACDC-ECED4D87AAB9}"/>
                  </a:ext>
                </a:extLst>
              </p:cNvPr>
              <p:cNvSpPr txBox="1"/>
              <p:nvPr/>
            </p:nvSpPr>
            <p:spPr>
              <a:xfrm>
                <a:off x="8581706" y="3771536"/>
                <a:ext cx="77079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20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kumimoji="1"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zh-CN" sz="120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endParaRPr kumimoji="1" lang="zh-CN" altLang="en-US" sz="12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C5B1DA3E-3FFE-0CD6-ACDC-ECED4D87A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706" y="3771536"/>
                <a:ext cx="770790" cy="276999"/>
              </a:xfrm>
              <a:prstGeom prst="rect">
                <a:avLst/>
              </a:prstGeom>
              <a:blipFill>
                <a:blip r:embed="rId7"/>
                <a:stretch>
                  <a:fillRect t="-4545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文本框 140">
            <a:extLst>
              <a:ext uri="{FF2B5EF4-FFF2-40B4-BE49-F238E27FC236}">
                <a16:creationId xmlns:a16="http://schemas.microsoft.com/office/drawing/2014/main" id="{71897915-7413-56AF-F92C-C19E7EB61A2A}"/>
              </a:ext>
            </a:extLst>
          </p:cNvPr>
          <p:cNvSpPr txBox="1"/>
          <p:nvPr/>
        </p:nvSpPr>
        <p:spPr>
          <a:xfrm>
            <a:off x="5998617" y="3920790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Anchor</a:t>
            </a:r>
            <a:r>
              <a:rPr kumimoji="1" lang="zh-CN" altLang="en-US" sz="11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Embeddings</a:t>
            </a:r>
            <a:endParaRPr kumimoji="1" lang="zh-CN" altLang="en-US" sz="11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B165EBB-7299-726D-6D27-A0EAFCBD2691}"/>
                  </a:ext>
                </a:extLst>
              </p:cNvPr>
              <p:cNvSpPr txBox="1"/>
              <p:nvPr/>
            </p:nvSpPr>
            <p:spPr>
              <a:xfrm>
                <a:off x="4272276" y="3814023"/>
                <a:ext cx="128584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10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Anchor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1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1100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kumimoji="1" lang="en-US" altLang="zh-CN" sz="110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kumimoji="1" lang="zh-CN" altLang="en-US" sz="11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B165EBB-7299-726D-6D27-A0EAFCBD2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276" y="3814023"/>
                <a:ext cx="1285842" cy="2616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09F92926-485C-2066-CF7C-EAE6062D010E}"/>
              </a:ext>
            </a:extLst>
          </p:cNvPr>
          <p:cNvGrpSpPr/>
          <p:nvPr/>
        </p:nvGrpSpPr>
        <p:grpSpPr>
          <a:xfrm>
            <a:off x="4142837" y="4848698"/>
            <a:ext cx="830630" cy="261610"/>
            <a:chOff x="4923867" y="1896533"/>
            <a:chExt cx="830630" cy="261610"/>
          </a:xfrm>
        </p:grpSpPr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690F31B7-84D3-F356-6B4B-DC5B11F25894}"/>
                </a:ext>
              </a:extLst>
            </p:cNvPr>
            <p:cNvSpPr/>
            <p:nvPr/>
          </p:nvSpPr>
          <p:spPr>
            <a:xfrm>
              <a:off x="4923867" y="1923696"/>
              <a:ext cx="830630" cy="20728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890C5FA4-06BC-3970-9771-38777818F126}"/>
                </a:ext>
              </a:extLst>
            </p:cNvPr>
            <p:cNvSpPr txBox="1"/>
            <p:nvPr/>
          </p:nvSpPr>
          <p:spPr>
            <a:xfrm>
              <a:off x="5025634" y="1896533"/>
              <a:ext cx="6270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</a:t>
              </a:r>
              <a:r>
                <a:rPr kumimoji="1"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98778745-8E8B-1812-B8ED-2D308B8F8A7D}"/>
              </a:ext>
            </a:extLst>
          </p:cNvPr>
          <p:cNvGrpSpPr/>
          <p:nvPr/>
        </p:nvGrpSpPr>
        <p:grpSpPr>
          <a:xfrm>
            <a:off x="4133860" y="5567414"/>
            <a:ext cx="830630" cy="261610"/>
            <a:chOff x="5025634" y="2550816"/>
            <a:chExt cx="830630" cy="261610"/>
          </a:xfrm>
        </p:grpSpPr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31448F25-844D-9897-7A49-8A6885F4192F}"/>
                </a:ext>
              </a:extLst>
            </p:cNvPr>
            <p:cNvSpPr/>
            <p:nvPr/>
          </p:nvSpPr>
          <p:spPr>
            <a:xfrm>
              <a:off x="5025634" y="2577979"/>
              <a:ext cx="830630" cy="20728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8F20BE94-9039-EF76-4182-54D987B5CBF9}"/>
                </a:ext>
              </a:extLst>
            </p:cNvPr>
            <p:cNvSpPr txBox="1"/>
            <p:nvPr/>
          </p:nvSpPr>
          <p:spPr>
            <a:xfrm>
              <a:off x="5127401" y="2550816"/>
              <a:ext cx="6270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</a:t>
              </a:r>
              <a:r>
                <a:rPr kumimoji="1" lang="zh-CN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1"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813D476-0B52-1AB3-E972-00337C26C925}"/>
              </a:ext>
            </a:extLst>
          </p:cNvPr>
          <p:cNvSpPr txBox="1"/>
          <p:nvPr/>
        </p:nvSpPr>
        <p:spPr>
          <a:xfrm rot="5400000">
            <a:off x="4341426" y="51519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01A3475A-02C1-5732-75A8-1093FD4E5BC1}"/>
              </a:ext>
            </a:extLst>
          </p:cNvPr>
          <p:cNvSpPr/>
          <p:nvPr/>
        </p:nvSpPr>
        <p:spPr>
          <a:xfrm rot="2823621">
            <a:off x="3511491" y="534283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26DC36A5-9D97-A833-1E61-894F92588423}"/>
              </a:ext>
            </a:extLst>
          </p:cNvPr>
          <p:cNvCxnSpPr>
            <a:stCxn id="150" idx="7"/>
            <a:endCxn id="144" idx="1"/>
          </p:cNvCxnSpPr>
          <p:nvPr/>
        </p:nvCxnSpPr>
        <p:spPr>
          <a:xfrm flipV="1">
            <a:off x="3557196" y="4979503"/>
            <a:ext cx="585641" cy="38701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AF553F94-7202-0752-144A-B22B3924D18E}"/>
              </a:ext>
            </a:extLst>
          </p:cNvPr>
          <p:cNvCxnSpPr>
            <a:cxnSpLocks/>
            <a:stCxn id="150" idx="7"/>
            <a:endCxn id="147" idx="1"/>
          </p:cNvCxnSpPr>
          <p:nvPr/>
        </p:nvCxnSpPr>
        <p:spPr>
          <a:xfrm>
            <a:off x="3557196" y="5366518"/>
            <a:ext cx="576664" cy="33170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C98BE2BD-472A-4657-A346-5B8BDF382A67}"/>
              </a:ext>
            </a:extLst>
          </p:cNvPr>
          <p:cNvCxnSpPr>
            <a:cxnSpLocks/>
            <a:stCxn id="150" idx="7"/>
          </p:cNvCxnSpPr>
          <p:nvPr/>
        </p:nvCxnSpPr>
        <p:spPr>
          <a:xfrm flipV="1">
            <a:off x="3557196" y="5244392"/>
            <a:ext cx="664990" cy="12212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9963E5DE-235A-1B97-D276-B1223BD12524}"/>
              </a:ext>
            </a:extLst>
          </p:cNvPr>
          <p:cNvCxnSpPr>
            <a:cxnSpLocks/>
            <a:stCxn id="150" idx="7"/>
          </p:cNvCxnSpPr>
          <p:nvPr/>
        </p:nvCxnSpPr>
        <p:spPr>
          <a:xfrm>
            <a:off x="3557196" y="5366518"/>
            <a:ext cx="723050" cy="985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DE474B0-46E9-26F4-22CE-CC9ECA00720E}"/>
              </a:ext>
            </a:extLst>
          </p:cNvPr>
          <p:cNvSpPr txBox="1"/>
          <p:nvPr/>
        </p:nvSpPr>
        <p:spPr>
          <a:xfrm>
            <a:off x="3413102" y="5103340"/>
            <a:ext cx="2471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D5257CF-3CDC-890E-8AA7-2C02669159E6}"/>
              </a:ext>
            </a:extLst>
          </p:cNvPr>
          <p:cNvSpPr txBox="1"/>
          <p:nvPr/>
        </p:nvSpPr>
        <p:spPr>
          <a:xfrm rot="16200000">
            <a:off x="2358751" y="1975151"/>
            <a:ext cx="10506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PPR Enhancement</a:t>
            </a:r>
          </a:p>
        </p:txBody>
      </p:sp>
    </p:spTree>
    <p:extLst>
      <p:ext uri="{BB962C8B-B14F-4D97-AF65-F5344CB8AC3E}">
        <p14:creationId xmlns:p14="http://schemas.microsoft.com/office/powerpoint/2010/main" val="137055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9324</TotalTime>
  <Words>94</Words>
  <Application>Microsoft Macintosh PowerPoint</Application>
  <PresentationFormat>宽屏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张伟超</dc:creator>
  <cp:lastModifiedBy>张伟超</cp:lastModifiedBy>
  <cp:revision>13</cp:revision>
  <dcterms:created xsi:type="dcterms:W3CDTF">2025-12-30T05:53:38Z</dcterms:created>
  <dcterms:modified xsi:type="dcterms:W3CDTF">2026-01-27T09:07:06Z</dcterms:modified>
</cp:coreProperties>
</file>